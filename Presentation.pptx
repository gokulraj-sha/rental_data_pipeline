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5D8CA"/>
          </a:solidFill>
        </a:fill>
      </a:tcStyle>
    </a:wholeTbl>
    <a:band2H>
      <a:tcTxStyle b="def" i="def"/>
      <a:tcStyle>
        <a:tcBdr/>
        <a:fill>
          <a:solidFill>
            <a:srgbClr val="FAEC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8D0CD"/>
          </a:solidFill>
        </a:fill>
      </a:tcStyle>
    </a:wholeTbl>
    <a:band2H>
      <a:tcTxStyle b="def" i="def"/>
      <a:tcStyle>
        <a:tcBdr/>
        <a:fill>
          <a:solidFill>
            <a:srgbClr val="EDE9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CDFD9"/>
          </a:solidFill>
        </a:fill>
      </a:tcStyle>
    </a:wholeTbl>
    <a:band2H>
      <a:tcTxStyle b="def" i="def"/>
      <a:tcStyle>
        <a:tcBdr/>
        <a:fill>
          <a:solidFill>
            <a:srgbClr val="EEF0E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7" name="Shape 10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" name="Rectangle 7"/>
          <p:cNvSpPr/>
          <p:nvPr/>
        </p:nvSpPr>
        <p:spPr>
          <a:xfrm>
            <a:off x="14" y="6334316"/>
            <a:ext cx="12188826" cy="640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" name="Title Text"/>
          <p:cNvSpPr txBox="1"/>
          <p:nvPr>
            <p:ph type="title"/>
          </p:nvPr>
        </p:nvSpPr>
        <p:spPr>
          <a:xfrm>
            <a:off x="1097280" y="758951"/>
            <a:ext cx="10058401" cy="3566161"/>
          </a:xfrm>
          <a:prstGeom prst="rect">
            <a:avLst/>
          </a:prstGeom>
        </p:spPr>
        <p:txBody>
          <a:bodyPr/>
          <a:lstStyle>
            <a:lvl1pPr>
              <a:defRPr sz="8000">
                <a:solidFill>
                  <a:srgbClr val="262626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7" name="Body Level One…"/>
          <p:cNvSpPr txBox="1"/>
          <p:nvPr>
            <p:ph type="body" sz="quarter" idx="1"/>
          </p:nvPr>
        </p:nvSpPr>
        <p:spPr>
          <a:xfrm>
            <a:off x="1100050" y="4455619"/>
            <a:ext cx="10058401" cy="1143001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>
              <a:buClrTx/>
              <a:buSzTx/>
              <a:buFontTx/>
              <a:buNone/>
              <a:defRPr cap="all" spc="200" sz="2400">
                <a:solidFill>
                  <a:srgbClr val="637052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  <a:lvl2pPr marL="0" indent="457200">
              <a:buClrTx/>
              <a:buSzTx/>
              <a:buFontTx/>
              <a:buNone/>
              <a:defRPr cap="all" spc="200" sz="2400">
                <a:solidFill>
                  <a:srgbClr val="637052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2pPr>
            <a:lvl3pPr marL="0" indent="914400">
              <a:buClrTx/>
              <a:buSzTx/>
              <a:buFontTx/>
              <a:buNone/>
              <a:defRPr cap="all" spc="200" sz="2400">
                <a:solidFill>
                  <a:srgbClr val="637052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3pPr>
            <a:lvl4pPr marL="0" indent="1371600">
              <a:buClrTx/>
              <a:buSzTx/>
              <a:buFontTx/>
              <a:buNone/>
              <a:defRPr cap="all" spc="200" sz="2400">
                <a:solidFill>
                  <a:srgbClr val="637052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4pPr>
            <a:lvl5pPr marL="0" indent="1828800">
              <a:buClrTx/>
              <a:buSzTx/>
              <a:buFontTx/>
              <a:buNone/>
              <a:defRPr cap="all" spc="200" sz="2400">
                <a:solidFill>
                  <a:srgbClr val="637052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" name="Straight Connector 8"/>
          <p:cNvSpPr/>
          <p:nvPr/>
        </p:nvSpPr>
        <p:spPr>
          <a:xfrm>
            <a:off x="1207657" y="4343400"/>
            <a:ext cx="9875521" cy="0"/>
          </a:xfrm>
          <a:prstGeom prst="line">
            <a:avLst/>
          </a:prstGeom>
          <a:ln w="6350">
            <a:solidFill>
              <a:srgbClr val="80808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7" name="Body Level One…"/>
          <p:cNvSpPr txBox="1"/>
          <p:nvPr>
            <p:ph type="body" idx="1"/>
          </p:nvPr>
        </p:nvSpPr>
        <p:spPr>
          <a:xfrm>
            <a:off x="1097280" y="1845734"/>
            <a:ext cx="10058401" cy="402336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" name="Rectangle 7"/>
          <p:cNvSpPr/>
          <p:nvPr/>
        </p:nvSpPr>
        <p:spPr>
          <a:xfrm>
            <a:off x="14" y="6334316"/>
            <a:ext cx="12188826" cy="640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Title Text"/>
          <p:cNvSpPr txBox="1"/>
          <p:nvPr>
            <p:ph type="title"/>
          </p:nvPr>
        </p:nvSpPr>
        <p:spPr>
          <a:xfrm>
            <a:off x="1097280" y="758951"/>
            <a:ext cx="10058401" cy="3566161"/>
          </a:xfrm>
          <a:prstGeom prst="rect">
            <a:avLst/>
          </a:prstGeom>
        </p:spPr>
        <p:txBody>
          <a:bodyPr/>
          <a:lstStyle>
            <a:lvl1pPr>
              <a:defRPr sz="8000">
                <a:solidFill>
                  <a:srgbClr val="262626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sz="quarter" idx="1"/>
          </p:nvPr>
        </p:nvSpPr>
        <p:spPr>
          <a:xfrm>
            <a:off x="1097280" y="4453128"/>
            <a:ext cx="10058401" cy="1143001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>
              <a:buClrTx/>
              <a:buSzTx/>
              <a:buFontTx/>
              <a:buNone/>
              <a:defRPr cap="all" spc="200" sz="2400">
                <a:solidFill>
                  <a:srgbClr val="637052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  <a:lvl2pPr marL="0" indent="457200">
              <a:buClrTx/>
              <a:buSzTx/>
              <a:buFontTx/>
              <a:buNone/>
              <a:defRPr cap="all" spc="200" sz="2400">
                <a:solidFill>
                  <a:srgbClr val="637052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2pPr>
            <a:lvl3pPr marL="0" indent="914400">
              <a:buClrTx/>
              <a:buSzTx/>
              <a:buFontTx/>
              <a:buNone/>
              <a:defRPr cap="all" spc="200" sz="2400">
                <a:solidFill>
                  <a:srgbClr val="637052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3pPr>
            <a:lvl4pPr marL="0" indent="1371600">
              <a:buClrTx/>
              <a:buSzTx/>
              <a:buFontTx/>
              <a:buNone/>
              <a:defRPr cap="all" spc="200" sz="2400">
                <a:solidFill>
                  <a:srgbClr val="637052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4pPr>
            <a:lvl5pPr marL="0" indent="1828800">
              <a:buClrTx/>
              <a:buSzTx/>
              <a:buFontTx/>
              <a:buNone/>
              <a:defRPr cap="all" spc="200" sz="2400">
                <a:solidFill>
                  <a:srgbClr val="637052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Straight Connector 8"/>
          <p:cNvSpPr/>
          <p:nvPr/>
        </p:nvSpPr>
        <p:spPr>
          <a:xfrm>
            <a:off x="1207657" y="4343400"/>
            <a:ext cx="9875521" cy="0"/>
          </a:xfrm>
          <a:prstGeom prst="line">
            <a:avLst/>
          </a:prstGeom>
          <a:ln w="6350">
            <a:solidFill>
              <a:srgbClr val="80808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half" idx="1"/>
          </p:nvPr>
        </p:nvSpPr>
        <p:spPr>
          <a:xfrm>
            <a:off x="1097278" y="1845734"/>
            <a:ext cx="4937761" cy="402336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sz="quarter" idx="1"/>
          </p:nvPr>
        </p:nvSpPr>
        <p:spPr>
          <a:xfrm>
            <a:off x="1097280" y="1846052"/>
            <a:ext cx="4937760" cy="736283"/>
          </a:xfrm>
          <a:prstGeom prst="rect">
            <a:avLst/>
          </a:prstGeom>
        </p:spPr>
        <p:txBody>
          <a:bodyPr lIns="45719" tIns="45719" rIns="45719" bIns="45719" anchor="ctr"/>
          <a:lstStyle>
            <a:lvl1pPr marL="0" indent="0">
              <a:buClrTx/>
              <a:buSzTx/>
              <a:buFontTx/>
              <a:buNone/>
              <a:defRPr cap="all">
                <a:solidFill>
                  <a:srgbClr val="637052"/>
                </a:solidFill>
              </a:defRPr>
            </a:lvl1pPr>
            <a:lvl2pPr marL="0" indent="457200">
              <a:buClrTx/>
              <a:buSzTx/>
              <a:buFontTx/>
              <a:buNone/>
              <a:defRPr cap="all">
                <a:solidFill>
                  <a:srgbClr val="637052"/>
                </a:solidFill>
              </a:defRPr>
            </a:lvl2pPr>
            <a:lvl3pPr marL="0" indent="914400">
              <a:buClrTx/>
              <a:buSzTx/>
              <a:buFontTx/>
              <a:buNone/>
              <a:defRPr cap="all">
                <a:solidFill>
                  <a:srgbClr val="637052"/>
                </a:solidFill>
              </a:defRPr>
            </a:lvl3pPr>
            <a:lvl4pPr marL="0" indent="1371600">
              <a:buClrTx/>
              <a:buSzTx/>
              <a:buFontTx/>
              <a:buNone/>
              <a:defRPr cap="all">
                <a:solidFill>
                  <a:srgbClr val="637052"/>
                </a:solidFill>
              </a:defRPr>
            </a:lvl4pPr>
            <a:lvl5pPr marL="0" indent="1828800">
              <a:buClrTx/>
              <a:buSzTx/>
              <a:buFontTx/>
              <a:buNone/>
              <a:defRPr cap="all">
                <a:solidFill>
                  <a:srgbClr val="637052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Text Placeholder 4"/>
          <p:cNvSpPr/>
          <p:nvPr>
            <p:ph type="body" sz="quarter" idx="21"/>
          </p:nvPr>
        </p:nvSpPr>
        <p:spPr>
          <a:xfrm>
            <a:off x="6217919" y="1846052"/>
            <a:ext cx="4937762" cy="736283"/>
          </a:xfrm>
          <a:prstGeom prst="rect">
            <a:avLst/>
          </a:prstGeom>
        </p:spPr>
        <p:txBody>
          <a:bodyPr lIns="45719" tIns="45719" rIns="45719" bIns="45719" anchor="ctr"/>
          <a:lstStyle/>
          <a:p>
            <a:pPr marL="0" indent="0">
              <a:buClrTx/>
              <a:buSzTx/>
              <a:buFontTx/>
              <a:buNone/>
              <a:defRPr cap="all">
                <a:solidFill>
                  <a:srgbClr val="637052"/>
                </a:solidFill>
              </a:defRPr>
            </a:pPr>
          </a:p>
        </p:txBody>
      </p:sp>
      <p:sp>
        <p:nvSpPr>
          <p:cNvPr id="5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5" name="Rectangle 5"/>
          <p:cNvSpPr/>
          <p:nvPr/>
        </p:nvSpPr>
        <p:spPr>
          <a:xfrm>
            <a:off x="14" y="6334316"/>
            <a:ext cx="12188826" cy="640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7"/>
          <p:cNvSpPr/>
          <p:nvPr/>
        </p:nvSpPr>
        <p:spPr>
          <a:xfrm>
            <a:off x="15" y="0"/>
            <a:ext cx="4050793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4" name="Rectangle 8"/>
          <p:cNvSpPr/>
          <p:nvPr/>
        </p:nvSpPr>
        <p:spPr>
          <a:xfrm>
            <a:off x="4040070" y="0"/>
            <a:ext cx="64009" cy="6858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Title Text"/>
          <p:cNvSpPr txBox="1"/>
          <p:nvPr>
            <p:ph type="title"/>
          </p:nvPr>
        </p:nvSpPr>
        <p:spPr>
          <a:xfrm>
            <a:off x="457200" y="594359"/>
            <a:ext cx="3200400" cy="2286001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86" name="Body Level One…"/>
          <p:cNvSpPr txBox="1"/>
          <p:nvPr>
            <p:ph type="body" idx="1"/>
          </p:nvPr>
        </p:nvSpPr>
        <p:spPr>
          <a:xfrm>
            <a:off x="4800600" y="731519"/>
            <a:ext cx="6492241" cy="5257801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7" name="Text Placeholder 3"/>
          <p:cNvSpPr/>
          <p:nvPr>
            <p:ph type="body" sz="quarter" idx="21"/>
          </p:nvPr>
        </p:nvSpPr>
        <p:spPr>
          <a:xfrm>
            <a:off x="457200" y="2926079"/>
            <a:ext cx="3200400" cy="3379125"/>
          </a:xfrm>
          <a:prstGeom prst="rect">
            <a:avLst/>
          </a:prstGeom>
        </p:spPr>
        <p:txBody>
          <a:bodyPr lIns="45719" tIns="45719" rIns="45719" bIns="45719"/>
          <a:lstStyle/>
          <a:p>
            <a:pPr marL="0" indent="0">
              <a:buClrTx/>
              <a:buSzTx/>
              <a:buFontTx/>
              <a:buNone/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8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37052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6" name="Rectangle 8"/>
          <p:cNvSpPr/>
          <p:nvPr/>
        </p:nvSpPr>
        <p:spPr>
          <a:xfrm>
            <a:off x="14" y="4915075"/>
            <a:ext cx="12188826" cy="640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Title Text"/>
          <p:cNvSpPr txBox="1"/>
          <p:nvPr>
            <p:ph type="title"/>
          </p:nvPr>
        </p:nvSpPr>
        <p:spPr>
          <a:xfrm>
            <a:off x="1097280" y="5074920"/>
            <a:ext cx="10113265" cy="822961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98" name="Picture Placeholder 2"/>
          <p:cNvSpPr/>
          <p:nvPr>
            <p:ph type="pic" idx="21"/>
          </p:nvPr>
        </p:nvSpPr>
        <p:spPr>
          <a:xfrm>
            <a:off x="14" y="0"/>
            <a:ext cx="12191987" cy="491507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99" name="Body Level One…"/>
          <p:cNvSpPr txBox="1"/>
          <p:nvPr>
            <p:ph type="body" sz="quarter" idx="1"/>
          </p:nvPr>
        </p:nvSpPr>
        <p:spPr>
          <a:xfrm>
            <a:off x="1097280" y="5907023"/>
            <a:ext cx="10113265" cy="59436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600"/>
              </a:spcBef>
              <a:buClrTx/>
              <a:buSzTx/>
              <a:buFontTx/>
              <a:buNone/>
              <a:defRPr sz="1500">
                <a:solidFill>
                  <a:srgbClr val="FFFFFF"/>
                </a:solidFill>
              </a:defRPr>
            </a:lvl1pPr>
            <a:lvl2pPr marL="0" indent="457200">
              <a:spcBef>
                <a:spcPts val="600"/>
              </a:spcBef>
              <a:buClrTx/>
              <a:buSzTx/>
              <a:buFontTx/>
              <a:buNone/>
              <a:defRPr sz="1500">
                <a:solidFill>
                  <a:srgbClr val="FFFFFF"/>
                </a:solidFill>
              </a:defRPr>
            </a:lvl2pPr>
            <a:lvl3pPr marL="0" indent="914400">
              <a:spcBef>
                <a:spcPts val="600"/>
              </a:spcBef>
              <a:buClrTx/>
              <a:buSzTx/>
              <a:buFontTx/>
              <a:buNone/>
              <a:defRPr sz="1500">
                <a:solidFill>
                  <a:srgbClr val="FFFFFF"/>
                </a:solidFill>
              </a:defRPr>
            </a:lvl3pPr>
            <a:lvl4pPr marL="0" indent="1371600">
              <a:spcBef>
                <a:spcPts val="600"/>
              </a:spcBef>
              <a:buClrTx/>
              <a:buSzTx/>
              <a:buFontTx/>
              <a:buNone/>
              <a:defRPr sz="1500">
                <a:solidFill>
                  <a:srgbClr val="FFFFFF"/>
                </a:solidFill>
              </a:defRPr>
            </a:lvl4pPr>
            <a:lvl5pPr marL="0" indent="1828800">
              <a:spcBef>
                <a:spcPts val="600"/>
              </a:spcBef>
              <a:buClrTx/>
              <a:buSzTx/>
              <a:buFontTx/>
              <a:buNone/>
              <a:defRPr sz="1500"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/>
          <p:nvPr/>
        </p:nvSpPr>
        <p:spPr>
          <a:xfrm>
            <a:off x="1" y="6400800"/>
            <a:ext cx="12192001" cy="4572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" name="Rectangle 8"/>
          <p:cNvSpPr/>
          <p:nvPr/>
        </p:nvSpPr>
        <p:spPr>
          <a:xfrm>
            <a:off x="-1" y="6334316"/>
            <a:ext cx="12192003" cy="6599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" name="Straight Connector 9"/>
          <p:cNvSpPr/>
          <p:nvPr/>
        </p:nvSpPr>
        <p:spPr>
          <a:xfrm>
            <a:off x="1193532" y="1737845"/>
            <a:ext cx="9966961" cy="1"/>
          </a:xfrm>
          <a:prstGeom prst="line">
            <a:avLst/>
          </a:prstGeom>
          <a:ln w="6350">
            <a:solidFill>
              <a:srgbClr val="80808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" name="Title Text"/>
          <p:cNvSpPr txBox="1"/>
          <p:nvPr>
            <p:ph type="title"/>
          </p:nvPr>
        </p:nvSpPr>
        <p:spPr>
          <a:xfrm>
            <a:off x="1097280" y="286603"/>
            <a:ext cx="10058401" cy="14507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6" name="Body Level One…"/>
          <p:cNvSpPr txBox="1"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" name="Slide Number"/>
          <p:cNvSpPr txBox="1"/>
          <p:nvPr>
            <p:ph type="sldNum" sz="quarter" idx="2"/>
          </p:nvPr>
        </p:nvSpPr>
        <p:spPr>
          <a:xfrm>
            <a:off x="10979606" y="6528092"/>
            <a:ext cx="232877" cy="22851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0" strike="noStrike" sz="4800" u="none">
          <a:solidFill>
            <a:srgbClr val="40404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0" strike="noStrike" sz="4800" u="none">
          <a:solidFill>
            <a:srgbClr val="40404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0" strike="noStrike" sz="4800" u="none">
          <a:solidFill>
            <a:srgbClr val="40404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0" strike="noStrike" sz="4800" u="none">
          <a:solidFill>
            <a:srgbClr val="40404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0" strike="noStrike" sz="4800" u="none">
          <a:solidFill>
            <a:srgbClr val="40404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0" strike="noStrike" sz="4800" u="none">
          <a:solidFill>
            <a:srgbClr val="40404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0" strike="noStrike" sz="4800" u="none">
          <a:solidFill>
            <a:srgbClr val="40404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0" strike="noStrike" sz="4800" u="none">
          <a:solidFill>
            <a:srgbClr val="40404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0" strike="noStrike" sz="4800" u="none">
          <a:solidFill>
            <a:srgbClr val="40404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91439" marR="0" indent="-91439" algn="l" defTabSz="914400" rtl="0" latinLnBrk="0">
        <a:lnSpc>
          <a:spcPct val="9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 typeface="Calibri"/>
        <a:buChar char=" "/>
        <a:tabLst/>
        <a:defRPr b="0" baseline="0" cap="none" i="0" spc="0" strike="noStrike" sz="2000" u="none">
          <a:solidFill>
            <a:srgbClr val="404040"/>
          </a:solidFill>
          <a:uFillTx/>
          <a:latin typeface="+mn-lt"/>
          <a:ea typeface="+mn-ea"/>
          <a:cs typeface="+mn-cs"/>
          <a:sym typeface="Calibri"/>
        </a:defRPr>
      </a:lvl1pPr>
      <a:lvl2pPr marL="404368" marR="0" indent="-203200" algn="l" defTabSz="914400" rtl="0" latinLnBrk="0">
        <a:lnSpc>
          <a:spcPct val="9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 typeface="Calibri"/>
        <a:buChar char="◦"/>
        <a:tabLst/>
        <a:defRPr b="0" baseline="0" cap="none" i="0" spc="0" strike="noStrike" sz="2000" u="none">
          <a:solidFill>
            <a:srgbClr val="404040"/>
          </a:solidFill>
          <a:uFillTx/>
          <a:latin typeface="+mn-lt"/>
          <a:ea typeface="+mn-ea"/>
          <a:cs typeface="+mn-cs"/>
          <a:sym typeface="Calibri"/>
        </a:defRPr>
      </a:lvl2pPr>
      <a:lvl3pPr marL="645305" marR="0" indent="-261257" algn="l" defTabSz="914400" rtl="0" latinLnBrk="0">
        <a:lnSpc>
          <a:spcPct val="9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 typeface="Calibri"/>
        <a:buChar char="◦"/>
        <a:tabLst/>
        <a:defRPr b="0" baseline="0" cap="none" i="0" spc="0" strike="noStrike" sz="2000" u="none">
          <a:solidFill>
            <a:srgbClr val="404040"/>
          </a:solidFill>
          <a:uFillTx/>
          <a:latin typeface="+mn-lt"/>
          <a:ea typeface="+mn-ea"/>
          <a:cs typeface="+mn-cs"/>
          <a:sym typeface="Calibri"/>
        </a:defRPr>
      </a:lvl3pPr>
      <a:lvl4pPr marL="828185" marR="0" indent="-261257" algn="l" defTabSz="914400" rtl="0" latinLnBrk="0">
        <a:lnSpc>
          <a:spcPct val="9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 typeface="Calibri"/>
        <a:buChar char="◦"/>
        <a:tabLst/>
        <a:defRPr b="0" baseline="0" cap="none" i="0" spc="0" strike="noStrike" sz="2000" u="none">
          <a:solidFill>
            <a:srgbClr val="404040"/>
          </a:solidFill>
          <a:uFillTx/>
          <a:latin typeface="+mn-lt"/>
          <a:ea typeface="+mn-ea"/>
          <a:cs typeface="+mn-cs"/>
          <a:sym typeface="Calibri"/>
        </a:defRPr>
      </a:lvl4pPr>
      <a:lvl5pPr marL="1011065" marR="0" indent="-261257" algn="l" defTabSz="914400" rtl="0" latinLnBrk="0">
        <a:lnSpc>
          <a:spcPct val="9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 typeface="Calibri"/>
        <a:buChar char="◦"/>
        <a:tabLst/>
        <a:defRPr b="0" baseline="0" cap="none" i="0" spc="0" strike="noStrike" sz="2000" u="none">
          <a:solidFill>
            <a:srgbClr val="404040"/>
          </a:solidFill>
          <a:uFillTx/>
          <a:latin typeface="+mn-lt"/>
          <a:ea typeface="+mn-ea"/>
          <a:cs typeface="+mn-cs"/>
          <a:sym typeface="Calibri"/>
        </a:defRPr>
      </a:lvl5pPr>
      <a:lvl6pPr marL="1197971" marR="0" indent="-326571" algn="l" defTabSz="914400" rtl="0" latinLnBrk="0">
        <a:lnSpc>
          <a:spcPct val="9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 typeface="Calibri"/>
        <a:buChar char="◦"/>
        <a:tabLst/>
        <a:defRPr b="0" baseline="0" cap="none" i="0" spc="0" strike="noStrike" sz="2000" u="none">
          <a:solidFill>
            <a:srgbClr val="404040"/>
          </a:solidFill>
          <a:uFillTx/>
          <a:latin typeface="+mn-lt"/>
          <a:ea typeface="+mn-ea"/>
          <a:cs typeface="+mn-cs"/>
          <a:sym typeface="Calibri"/>
        </a:defRPr>
      </a:lvl6pPr>
      <a:lvl7pPr marL="1397971" marR="0" indent="-326571" algn="l" defTabSz="914400" rtl="0" latinLnBrk="0">
        <a:lnSpc>
          <a:spcPct val="9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 typeface="Calibri"/>
        <a:buChar char="◦"/>
        <a:tabLst/>
        <a:defRPr b="0" baseline="0" cap="none" i="0" spc="0" strike="noStrike" sz="2000" u="none">
          <a:solidFill>
            <a:srgbClr val="404040"/>
          </a:solidFill>
          <a:uFillTx/>
          <a:latin typeface="+mn-lt"/>
          <a:ea typeface="+mn-ea"/>
          <a:cs typeface="+mn-cs"/>
          <a:sym typeface="Calibri"/>
        </a:defRPr>
      </a:lvl7pPr>
      <a:lvl8pPr marL="1597971" marR="0" indent="-326571" algn="l" defTabSz="914400" rtl="0" latinLnBrk="0">
        <a:lnSpc>
          <a:spcPct val="9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 typeface="Calibri"/>
        <a:buChar char="◦"/>
        <a:tabLst/>
        <a:defRPr b="0" baseline="0" cap="none" i="0" spc="0" strike="noStrike" sz="2000" u="none">
          <a:solidFill>
            <a:srgbClr val="404040"/>
          </a:solidFill>
          <a:uFillTx/>
          <a:latin typeface="+mn-lt"/>
          <a:ea typeface="+mn-ea"/>
          <a:cs typeface="+mn-cs"/>
          <a:sym typeface="Calibri"/>
        </a:defRPr>
      </a:lvl8pPr>
      <a:lvl9pPr marL="1797971" marR="0" indent="-326571" algn="l" defTabSz="914400" rtl="0" latinLnBrk="0">
        <a:lnSpc>
          <a:spcPct val="9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 typeface="Calibri"/>
        <a:buChar char="◦"/>
        <a:tabLst/>
        <a:defRPr b="0" baseline="0" cap="none" i="0" spc="0" strike="noStrike" sz="2000" u="none">
          <a:solidFill>
            <a:srgbClr val="40404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 1"/>
          <p:cNvSpPr txBox="1"/>
          <p:nvPr>
            <p:ph type="ctrTitle"/>
          </p:nvPr>
        </p:nvSpPr>
        <p:spPr>
          <a:xfrm>
            <a:off x="1097280" y="758951"/>
            <a:ext cx="10058401" cy="3566161"/>
          </a:xfrm>
          <a:prstGeom prst="rect">
            <a:avLst/>
          </a:prstGeom>
        </p:spPr>
        <p:txBody>
          <a:bodyPr/>
          <a:lstStyle>
            <a:lvl1pPr>
              <a:defRPr spc="-100"/>
            </a:lvl1pPr>
          </a:lstStyle>
          <a:p>
            <a:pPr/>
            <a:r>
              <a:t>Rental Data Pipeline</a:t>
            </a:r>
          </a:p>
        </p:txBody>
      </p:sp>
      <p:sp>
        <p:nvSpPr>
          <p:cNvPr id="110" name="Subtitle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CodeFlux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itle 1"/>
          <p:cNvSpPr txBox="1"/>
          <p:nvPr>
            <p:ph type="title"/>
          </p:nvPr>
        </p:nvSpPr>
        <p:spPr>
          <a:xfrm>
            <a:off x="1097280" y="286603"/>
            <a:ext cx="10058401" cy="1450757"/>
          </a:xfrm>
          <a:prstGeom prst="rect">
            <a:avLst/>
          </a:prstGeom>
        </p:spPr>
        <p:txBody>
          <a:bodyPr/>
          <a:lstStyle>
            <a:lvl1pPr>
              <a:defRPr spc="-100"/>
            </a:lvl1pPr>
          </a:lstStyle>
          <a:p>
            <a:pPr/>
            <a:r>
              <a:t>Overview</a:t>
            </a:r>
          </a:p>
        </p:txBody>
      </p:sp>
      <p:sp>
        <p:nvSpPr>
          <p:cNvPr id="113" name="Content Placeholder 2"/>
          <p:cNvSpPr txBox="1"/>
          <p:nvPr>
            <p:ph type="body" idx="1"/>
          </p:nvPr>
        </p:nvSpPr>
        <p:spPr>
          <a:xfrm>
            <a:off x="627528" y="2214281"/>
            <a:ext cx="10528153" cy="3654814"/>
          </a:xfrm>
          <a:prstGeom prst="rect">
            <a:avLst/>
          </a:prstGeom>
        </p:spPr>
        <p:txBody>
          <a:bodyPr/>
          <a:lstStyle/>
          <a:p>
            <a:pPr marL="0" indent="0" algn="just">
              <a:lnSpc>
                <a:spcPct val="100000"/>
              </a:lnSpc>
              <a:buSzTx/>
              <a:buNone/>
            </a:pPr>
            <a:r>
              <a:t>The project Rental Data Pipeline is designed to build a scalable and automated data processing workflow that extracts, transforms, and loads (ETL) vehicle rental data from raw CSV files into optimized, query-ready Parquet format using PySpark and AWS.</a:t>
            </a:r>
          </a:p>
          <a:p>
            <a:pPr marL="0" indent="0" algn="just">
              <a:lnSpc>
                <a:spcPct val="100000"/>
              </a:lnSpc>
              <a:buSzTx/>
              <a:buNone/>
            </a:pPr>
          </a:p>
          <a:p>
            <a:pPr/>
            <a:r>
              <a:t>The main goal of the ETL pipeline is to:</a:t>
            </a:r>
          </a:p>
          <a:p>
            <a:pPr>
              <a:buClr>
                <a:srgbClr val="000000"/>
              </a:buClr>
              <a:buSzPct val="130000"/>
              <a:buFont typeface="Arial"/>
              <a:buChar char="•"/>
            </a:pPr>
            <a:r>
              <a:t> Extract raw datasets from Amazon S3 storage.</a:t>
            </a:r>
          </a:p>
          <a:p>
            <a:pPr>
              <a:buClr>
                <a:srgbClr val="000000"/>
              </a:buClr>
              <a:buSzPct val="130000"/>
              <a:buFont typeface="Arial"/>
              <a:buChar char="•"/>
            </a:pPr>
            <a:r>
              <a:t> Transform the data using PySpark.</a:t>
            </a:r>
          </a:p>
          <a:p>
            <a:pPr>
              <a:buClr>
                <a:srgbClr val="000000"/>
              </a:buClr>
              <a:buSzPct val="130000"/>
              <a:buFont typeface="Arial"/>
              <a:buChar char="•"/>
            </a:pPr>
            <a:r>
              <a:t> Load the processed, enriched data back into S3 in Parquet format, partitioned by year and month.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1"/>
          <p:cNvSpPr txBox="1"/>
          <p:nvPr>
            <p:ph type="title"/>
          </p:nvPr>
        </p:nvSpPr>
        <p:spPr>
          <a:xfrm>
            <a:off x="1097280" y="286603"/>
            <a:ext cx="10058401" cy="1450757"/>
          </a:xfrm>
          <a:prstGeom prst="rect">
            <a:avLst/>
          </a:prstGeom>
        </p:spPr>
        <p:txBody>
          <a:bodyPr/>
          <a:lstStyle>
            <a:lvl1pPr>
              <a:defRPr spc="-100"/>
            </a:lvl1pPr>
          </a:lstStyle>
          <a:p>
            <a:pPr/>
            <a:r>
              <a:t>Use Cases</a:t>
            </a:r>
          </a:p>
        </p:txBody>
      </p:sp>
      <p:sp>
        <p:nvSpPr>
          <p:cNvPr id="116" name="Rectangle 1"/>
          <p:cNvSpPr txBox="1"/>
          <p:nvPr>
            <p:ph type="body" sz="half" idx="1"/>
          </p:nvPr>
        </p:nvSpPr>
        <p:spPr>
          <a:xfrm>
            <a:off x="1097280" y="2444212"/>
            <a:ext cx="10058401" cy="2468370"/>
          </a:xfrm>
          <a:prstGeom prst="rect">
            <a:avLst/>
          </a:prstGeom>
        </p:spPr>
        <p:txBody>
          <a:bodyPr lIns="45719" tIns="45719" rIns="45719" bIns="45719" anchor="ctr"/>
          <a:lstStyle/>
          <a:p>
            <a:pPr>
              <a:lnSpc>
                <a:spcPct val="200000"/>
              </a:lnSpc>
              <a:spcBef>
                <a:spcPts val="0"/>
              </a:spcBef>
              <a:buClrTx/>
              <a:buSzPct val="130000"/>
              <a:buFont typeface="Arial"/>
              <a:buChar char="•"/>
              <a:defRPr>
                <a:solidFill>
                  <a:srgbClr val="000000"/>
                </a:solidFill>
              </a:defRPr>
            </a:pPr>
            <a:r>
              <a:t> Automate the end-to-end rental data workflow on AWS</a:t>
            </a:r>
          </a:p>
          <a:p>
            <a:pPr>
              <a:lnSpc>
                <a:spcPct val="200000"/>
              </a:lnSpc>
              <a:spcBef>
                <a:spcPts val="0"/>
              </a:spcBef>
              <a:buClrTx/>
              <a:buSzPct val="130000"/>
              <a:buFont typeface="Arial"/>
              <a:buChar char="•"/>
              <a:defRPr>
                <a:solidFill>
                  <a:srgbClr val="000000"/>
                </a:solidFill>
              </a:defRPr>
            </a:pPr>
            <a:r>
              <a:t> Maintain data quality, consistency, and reliability</a:t>
            </a:r>
          </a:p>
          <a:p>
            <a:pPr>
              <a:lnSpc>
                <a:spcPct val="200000"/>
              </a:lnSpc>
              <a:spcBef>
                <a:spcPts val="0"/>
              </a:spcBef>
              <a:buClrTx/>
              <a:buSzPct val="130000"/>
              <a:buFont typeface="Arial"/>
              <a:buChar char="•"/>
              <a:defRPr>
                <a:solidFill>
                  <a:srgbClr val="000000"/>
                </a:solidFill>
              </a:defRPr>
            </a:pPr>
            <a:r>
              <a:t> Enable KPI-based decision-making through analytics</a:t>
            </a:r>
          </a:p>
          <a:p>
            <a:pPr>
              <a:lnSpc>
                <a:spcPct val="200000"/>
              </a:lnSpc>
              <a:spcBef>
                <a:spcPts val="0"/>
              </a:spcBef>
              <a:buClrTx/>
              <a:buSzPct val="130000"/>
              <a:buFont typeface="Arial"/>
              <a:buChar char="•"/>
              <a:defRPr>
                <a:solidFill>
                  <a:srgbClr val="000000"/>
                </a:solidFill>
              </a:defRPr>
            </a:pPr>
            <a:r>
              <a:t> Provide a scalable foundation for future data-driven applications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le 1"/>
          <p:cNvSpPr txBox="1"/>
          <p:nvPr>
            <p:ph type="title"/>
          </p:nvPr>
        </p:nvSpPr>
        <p:spPr>
          <a:xfrm>
            <a:off x="1097280" y="286603"/>
            <a:ext cx="10058401" cy="1450757"/>
          </a:xfrm>
          <a:prstGeom prst="rect">
            <a:avLst/>
          </a:prstGeom>
        </p:spPr>
        <p:txBody>
          <a:bodyPr/>
          <a:lstStyle>
            <a:lvl1pPr>
              <a:defRPr spc="-100"/>
            </a:lvl1pPr>
          </a:lstStyle>
          <a:p>
            <a:pPr/>
            <a:r>
              <a:t>Input Data Overview</a:t>
            </a:r>
          </a:p>
        </p:txBody>
      </p:sp>
      <p:sp>
        <p:nvSpPr>
          <p:cNvPr id="119" name="Content Placeholder 2"/>
          <p:cNvSpPr txBox="1"/>
          <p:nvPr>
            <p:ph type="body" sz="half" idx="1"/>
          </p:nvPr>
        </p:nvSpPr>
        <p:spPr>
          <a:xfrm>
            <a:off x="1255159" y="2297953"/>
            <a:ext cx="7135808" cy="2822688"/>
          </a:xfrm>
          <a:prstGeom prst="rect">
            <a:avLst/>
          </a:prstGeom>
        </p:spPr>
        <p:txBody>
          <a:bodyPr/>
          <a:lstStyle/>
          <a:p>
            <a:pPr>
              <a:defRPr b="1" sz="2400"/>
            </a:pPr>
            <a:r>
              <a:t>Datasets Used:</a:t>
            </a:r>
          </a:p>
          <a:p>
            <a:pPr>
              <a:buClr>
                <a:srgbClr val="000000"/>
              </a:buClr>
              <a:buFont typeface="Arial"/>
              <a:buChar char="•"/>
              <a:defRPr b="1"/>
            </a:pPr>
            <a:r>
              <a:t> rental_transactions.csv</a:t>
            </a:r>
            <a:r>
              <a:rPr b="0"/>
              <a:t> 	- Transaction-level details </a:t>
            </a:r>
            <a:endParaRPr b="0"/>
          </a:p>
          <a:p>
            <a:pPr>
              <a:buClr>
                <a:srgbClr val="000000"/>
              </a:buClr>
              <a:buFont typeface="Arial"/>
              <a:buChar char="•"/>
              <a:defRPr b="1"/>
            </a:pPr>
            <a:r>
              <a:t> users.csv		</a:t>
            </a:r>
            <a:r>
              <a:rPr b="0"/>
              <a:t>- User demographics</a:t>
            </a:r>
            <a:endParaRPr b="0"/>
          </a:p>
          <a:p>
            <a:pPr>
              <a:buClr>
                <a:srgbClr val="000000"/>
              </a:buClr>
              <a:buFont typeface="Arial"/>
              <a:buChar char="•"/>
              <a:defRPr b="1"/>
            </a:pPr>
            <a:r>
              <a:t> vehicles.csv		</a:t>
            </a:r>
            <a:r>
              <a:rPr b="0"/>
              <a:t>- Vehicle details and pricing</a:t>
            </a:r>
            <a:endParaRPr b="0"/>
          </a:p>
          <a:p>
            <a:pPr>
              <a:buClr>
                <a:srgbClr val="000000"/>
              </a:buClr>
              <a:buFont typeface="Arial"/>
              <a:buChar char="•"/>
              <a:defRPr b="1"/>
            </a:pPr>
            <a:r>
              <a:t> locations.csv		</a:t>
            </a:r>
            <a:r>
              <a:rPr b="0"/>
              <a:t>- Pickup and drop-off locations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itle 1"/>
          <p:cNvSpPr txBox="1"/>
          <p:nvPr>
            <p:ph type="title"/>
          </p:nvPr>
        </p:nvSpPr>
        <p:spPr>
          <a:xfrm>
            <a:off x="1097280" y="286603"/>
            <a:ext cx="10058401" cy="1450757"/>
          </a:xfrm>
          <a:prstGeom prst="rect">
            <a:avLst/>
          </a:prstGeom>
        </p:spPr>
        <p:txBody>
          <a:bodyPr/>
          <a:lstStyle>
            <a:lvl1pPr>
              <a:defRPr spc="-100"/>
            </a:lvl1pPr>
          </a:lstStyle>
          <a:p>
            <a:pPr/>
            <a:r>
              <a:t>High-Level Architecture</a:t>
            </a:r>
          </a:p>
        </p:txBody>
      </p:sp>
      <p:sp>
        <p:nvSpPr>
          <p:cNvPr id="122" name="TextBox 27"/>
          <p:cNvSpPr txBox="1"/>
          <p:nvPr/>
        </p:nvSpPr>
        <p:spPr>
          <a:xfrm>
            <a:off x="2810933" y="5681307"/>
            <a:ext cx="9216813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Architecture diagram showing the complete AWS ETL workflow</a:t>
            </a:r>
          </a:p>
        </p:txBody>
      </p:sp>
      <p:pic>
        <p:nvPicPr>
          <p:cNvPr id="123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46297" y="1972908"/>
            <a:ext cx="5239867" cy="359816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itle 1"/>
          <p:cNvSpPr txBox="1"/>
          <p:nvPr>
            <p:ph type="title"/>
          </p:nvPr>
        </p:nvSpPr>
        <p:spPr>
          <a:xfrm>
            <a:off x="1097280" y="286603"/>
            <a:ext cx="10058401" cy="1450757"/>
          </a:xfrm>
          <a:prstGeom prst="rect">
            <a:avLst/>
          </a:prstGeom>
        </p:spPr>
        <p:txBody>
          <a:bodyPr/>
          <a:lstStyle>
            <a:lvl1pPr>
              <a:defRPr spc="-100"/>
            </a:lvl1pPr>
          </a:lstStyle>
          <a:p>
            <a:pPr/>
            <a:r>
              <a:t>Data Modeling</a:t>
            </a:r>
          </a:p>
        </p:txBody>
      </p:sp>
      <p:sp>
        <p:nvSpPr>
          <p:cNvPr id="126" name="Rectangle 1"/>
          <p:cNvSpPr txBox="1"/>
          <p:nvPr>
            <p:ph type="body" sz="half" idx="1"/>
          </p:nvPr>
        </p:nvSpPr>
        <p:spPr>
          <a:xfrm>
            <a:off x="1210292" y="1965516"/>
            <a:ext cx="4726166" cy="3583161"/>
          </a:xfrm>
          <a:prstGeom prst="rect">
            <a:avLst/>
          </a:prstGeom>
        </p:spPr>
        <p:txBody>
          <a:bodyPr lIns="45719" tIns="45719" rIns="45719" bIns="45719" anchor="ctr"/>
          <a:lstStyle/>
          <a:p>
            <a:pPr marL="0" indent="0">
              <a:lnSpc>
                <a:spcPct val="200000"/>
              </a:lnSpc>
              <a:spcBef>
                <a:spcPts val="0"/>
              </a:spcBef>
              <a:buClrTx/>
              <a:buFontTx/>
              <a:buChar char="•"/>
              <a:defRPr b="1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Source Data (Inputs) :</a:t>
            </a:r>
            <a:r>
              <a:rPr b="0"/>
              <a:t> </a:t>
            </a:r>
            <a:endParaRPr b="0"/>
          </a:p>
          <a:p>
            <a: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	- </a:t>
            </a:r>
            <a:r>
              <a:rPr sz="2000">
                <a:latin typeface="Arial Unicode MS"/>
                <a:ea typeface="Arial Unicode MS"/>
                <a:cs typeface="Arial Unicode MS"/>
                <a:sym typeface="Arial Unicode MS"/>
              </a:rPr>
              <a:t>users table</a:t>
            </a:r>
            <a:endParaRPr sz="2000">
              <a:latin typeface="Arial Unicode MS"/>
              <a:ea typeface="Arial Unicode MS"/>
              <a:cs typeface="Arial Unicode MS"/>
              <a:sym typeface="Arial Unicode MS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Tx/>
              <a:buNone/>
              <a:defRPr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t>	- vehicles table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Tx/>
              <a:buNone/>
              <a:defRPr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t>	- locations table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  <a:buClrTx/>
              <a:buFontTx/>
              <a:buChar char="•"/>
              <a:defRPr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t> reference keys :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Tx/>
              <a:buNone/>
              <a:defRPr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t>	- user_id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Tx/>
              <a:buNone/>
              <a:defRPr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t>	- vehicle_id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Tx/>
              <a:buNone/>
              <a:defRPr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t>	- location_id</a:t>
            </a:r>
            <a:endParaRPr b="1">
              <a:latin typeface="+mn-lt"/>
              <a:ea typeface="+mn-ea"/>
              <a:cs typeface="+mn-cs"/>
              <a:sym typeface="Calibri"/>
            </a:endParaRPr>
          </a:p>
          <a:p>
            <a:pPr>
              <a:lnSpc>
                <a:spcPct val="200000"/>
              </a:lnSpc>
              <a:spcBef>
                <a:spcPts val="0"/>
              </a:spcBef>
              <a:buClrTx/>
              <a:buFont typeface="Arial"/>
              <a:buChar char="•"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</a:t>
            </a:r>
            <a:r>
              <a:rPr b="1"/>
              <a:t> Processed Data :</a:t>
            </a:r>
            <a:r>
              <a:t> </a:t>
            </a:r>
            <a:r>
              <a:rPr>
                <a:latin typeface="Arial Unicode MS"/>
                <a:ea typeface="Arial Unicode MS"/>
                <a:cs typeface="Arial Unicode MS"/>
                <a:sym typeface="Arial Unicode MS"/>
              </a:rPr>
              <a:t>rental_processed</a:t>
            </a:r>
          </a:p>
        </p:txBody>
      </p:sp>
      <p:grpSp>
        <p:nvGrpSpPr>
          <p:cNvPr id="129" name="Rounded Rectangle 4"/>
          <p:cNvGrpSpPr/>
          <p:nvPr/>
        </p:nvGrpSpPr>
        <p:grpSpPr>
          <a:xfrm>
            <a:off x="8109201" y="2041075"/>
            <a:ext cx="1772240" cy="584463"/>
            <a:chOff x="0" y="0"/>
            <a:chExt cx="1772238" cy="584461"/>
          </a:xfrm>
        </p:grpSpPr>
        <p:sp>
          <p:nvSpPr>
            <p:cNvPr id="127" name="Rounded Rectangle"/>
            <p:cNvSpPr/>
            <p:nvPr/>
          </p:nvSpPr>
          <p:spPr>
            <a:xfrm>
              <a:off x="0" y="0"/>
              <a:ext cx="1772239" cy="58446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5875" cap="flat">
              <a:solidFill>
                <a:srgbClr val="A6600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8" name="Users.csv"/>
            <p:cNvSpPr txBox="1"/>
            <p:nvPr/>
          </p:nvSpPr>
          <p:spPr>
            <a:xfrm>
              <a:off x="82188" y="125687"/>
              <a:ext cx="1607862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Users.csv</a:t>
              </a:r>
            </a:p>
          </p:txBody>
        </p:sp>
      </p:grpSp>
      <p:grpSp>
        <p:nvGrpSpPr>
          <p:cNvPr id="132" name="Rounded Rectangle 5"/>
          <p:cNvGrpSpPr/>
          <p:nvPr/>
        </p:nvGrpSpPr>
        <p:grpSpPr>
          <a:xfrm>
            <a:off x="8607980" y="3464864"/>
            <a:ext cx="2760481" cy="584463"/>
            <a:chOff x="0" y="0"/>
            <a:chExt cx="2760479" cy="584461"/>
          </a:xfrm>
        </p:grpSpPr>
        <p:sp>
          <p:nvSpPr>
            <p:cNvPr id="130" name="Rounded Rectangle"/>
            <p:cNvSpPr/>
            <p:nvPr/>
          </p:nvSpPr>
          <p:spPr>
            <a:xfrm>
              <a:off x="0" y="0"/>
              <a:ext cx="2760480" cy="58446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5875" cap="flat">
              <a:solidFill>
                <a:srgbClr val="A6600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1" name="rental_transactions.csv"/>
            <p:cNvSpPr txBox="1"/>
            <p:nvPr/>
          </p:nvSpPr>
          <p:spPr>
            <a:xfrm>
              <a:off x="82188" y="125687"/>
              <a:ext cx="2596104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rental_transactions.csv</a:t>
              </a:r>
            </a:p>
          </p:txBody>
        </p:sp>
      </p:grpSp>
      <p:grpSp>
        <p:nvGrpSpPr>
          <p:cNvPr id="135" name="Rounded Rectangle 6"/>
          <p:cNvGrpSpPr/>
          <p:nvPr/>
        </p:nvGrpSpPr>
        <p:grpSpPr>
          <a:xfrm>
            <a:off x="8209350" y="4888655"/>
            <a:ext cx="1772240" cy="584463"/>
            <a:chOff x="0" y="0"/>
            <a:chExt cx="1772238" cy="584461"/>
          </a:xfrm>
        </p:grpSpPr>
        <p:sp>
          <p:nvSpPr>
            <p:cNvPr id="133" name="Rounded Rectangle"/>
            <p:cNvSpPr/>
            <p:nvPr/>
          </p:nvSpPr>
          <p:spPr>
            <a:xfrm>
              <a:off x="0" y="0"/>
              <a:ext cx="1772239" cy="58446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5875" cap="flat">
              <a:solidFill>
                <a:srgbClr val="A6600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4" name="Locations.csv"/>
            <p:cNvSpPr txBox="1"/>
            <p:nvPr/>
          </p:nvSpPr>
          <p:spPr>
            <a:xfrm>
              <a:off x="82188" y="125687"/>
              <a:ext cx="1607862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Locations.csv</a:t>
              </a:r>
            </a:p>
          </p:txBody>
        </p:sp>
      </p:grpSp>
      <p:grpSp>
        <p:nvGrpSpPr>
          <p:cNvPr id="138" name="Rounded Rectangle 7"/>
          <p:cNvGrpSpPr/>
          <p:nvPr/>
        </p:nvGrpSpPr>
        <p:grpSpPr>
          <a:xfrm>
            <a:off x="6236218" y="3464864"/>
            <a:ext cx="1772240" cy="584463"/>
            <a:chOff x="0" y="0"/>
            <a:chExt cx="1772238" cy="584461"/>
          </a:xfrm>
        </p:grpSpPr>
        <p:sp>
          <p:nvSpPr>
            <p:cNvPr id="136" name="Rounded Rectangle"/>
            <p:cNvSpPr/>
            <p:nvPr/>
          </p:nvSpPr>
          <p:spPr>
            <a:xfrm>
              <a:off x="0" y="0"/>
              <a:ext cx="1772239" cy="58446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5875" cap="flat">
              <a:solidFill>
                <a:srgbClr val="A6600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7" name="Vehicles.csv"/>
            <p:cNvSpPr txBox="1"/>
            <p:nvPr/>
          </p:nvSpPr>
          <p:spPr>
            <a:xfrm>
              <a:off x="82188" y="125687"/>
              <a:ext cx="1607862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Vehicles.csv</a:t>
              </a:r>
            </a:p>
          </p:txBody>
        </p:sp>
      </p:grpSp>
      <p:sp>
        <p:nvSpPr>
          <p:cNvPr id="139" name="Straight Connector 18"/>
          <p:cNvSpPr/>
          <p:nvPr/>
        </p:nvSpPr>
        <p:spPr>
          <a:xfrm>
            <a:off x="8995320" y="2625537"/>
            <a:ext cx="1057836" cy="832067"/>
          </a:xfrm>
          <a:prstGeom prst="line">
            <a:avLst/>
          </a:prstGeom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0" name="Straight Connector 20"/>
          <p:cNvSpPr/>
          <p:nvPr/>
        </p:nvSpPr>
        <p:spPr>
          <a:xfrm flipH="1">
            <a:off x="9095471" y="4024174"/>
            <a:ext cx="965961" cy="864481"/>
          </a:xfrm>
          <a:prstGeom prst="line">
            <a:avLst/>
          </a:prstGeom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2" name="Straight Connector 21"/>
          <p:cNvSpPr/>
          <p:nvPr/>
        </p:nvSpPr>
        <p:spPr>
          <a:xfrm>
            <a:off x="8016203" y="3757095"/>
            <a:ext cx="583841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0" fill="norm" stroke="1" extrusionOk="0">
                <a:moveTo>
                  <a:pt x="0" y="0"/>
                </a:moveTo>
                <a:cubicBezTo>
                  <a:pt x="7200" y="0"/>
                  <a:pt x="14400" y="0"/>
                  <a:pt x="21600" y="0"/>
                </a:cubicBezTo>
              </a:path>
            </a:pathLst>
          </a:custGeom>
          <a:ln w="12700">
            <a:solidFill>
              <a:schemeClr val="accent1"/>
            </a:solidFill>
          </a:ln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itle 1"/>
          <p:cNvSpPr txBox="1"/>
          <p:nvPr>
            <p:ph type="title"/>
          </p:nvPr>
        </p:nvSpPr>
        <p:spPr>
          <a:xfrm>
            <a:off x="1097280" y="286603"/>
            <a:ext cx="10058401" cy="1450757"/>
          </a:xfrm>
          <a:prstGeom prst="rect">
            <a:avLst/>
          </a:prstGeom>
        </p:spPr>
        <p:txBody>
          <a:bodyPr/>
          <a:lstStyle>
            <a:lvl1pPr>
              <a:defRPr spc="-100"/>
            </a:lvl1pPr>
          </a:lstStyle>
          <a:p>
            <a:pPr/>
            <a:r>
              <a:t>Implementation Snapshots</a:t>
            </a:r>
          </a:p>
        </p:txBody>
      </p:sp>
      <p:pic>
        <p:nvPicPr>
          <p:cNvPr id="14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24177" y="2525902"/>
            <a:ext cx="5171824" cy="25947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46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176681" y="2525902"/>
            <a:ext cx="5091143" cy="259473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4642" y="1418454"/>
            <a:ext cx="10782715" cy="318968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84533" y="1139682"/>
            <a:ext cx="5887986" cy="2724107"/>
          </a:xfrm>
          <a:prstGeom prst="rect">
            <a:avLst/>
          </a:prstGeom>
          <a:ln w="12700">
            <a:miter lim="400000"/>
          </a:ln>
        </p:spPr>
      </p:pic>
      <p:pic>
        <p:nvPicPr>
          <p:cNvPr id="151" name="Picture 5" descr="Pictur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468047" y="1193718"/>
            <a:ext cx="5071009" cy="272410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itle 1"/>
          <p:cNvSpPr txBox="1"/>
          <p:nvPr>
            <p:ph type="title"/>
          </p:nvPr>
        </p:nvSpPr>
        <p:spPr>
          <a:xfrm>
            <a:off x="1097280" y="286603"/>
            <a:ext cx="10058401" cy="1450757"/>
          </a:xfrm>
          <a:prstGeom prst="rect">
            <a:avLst/>
          </a:prstGeom>
        </p:spPr>
        <p:txBody>
          <a:bodyPr/>
          <a:lstStyle>
            <a:lvl1pPr>
              <a:defRPr spc="-100"/>
            </a:lvl1pPr>
          </a:lstStyle>
          <a:p>
            <a:pPr/>
            <a:r>
              <a:t>Performance &amp; Optimization</a:t>
            </a:r>
          </a:p>
        </p:txBody>
      </p:sp>
      <p:sp>
        <p:nvSpPr>
          <p:cNvPr id="154" name="Rectangle 1"/>
          <p:cNvSpPr txBox="1"/>
          <p:nvPr>
            <p:ph type="body" sz="half" idx="1"/>
          </p:nvPr>
        </p:nvSpPr>
        <p:spPr>
          <a:xfrm>
            <a:off x="1097279" y="2529515"/>
            <a:ext cx="9669334" cy="2266712"/>
          </a:xfrm>
          <a:prstGeom prst="rect">
            <a:avLst/>
          </a:prstGeom>
        </p:spPr>
        <p:txBody>
          <a:bodyPr lIns="45719" tIns="45719" rIns="45719" bIns="45719" anchor="ctr"/>
          <a:lstStyle/>
          <a:p>
            <a:pPr>
              <a:lnSpc>
                <a:spcPct val="250000"/>
              </a:lnSpc>
              <a:spcBef>
                <a:spcPts val="0"/>
              </a:spcBef>
              <a:buClrTx/>
              <a:buSzPct val="130000"/>
              <a:buFont typeface="Arial"/>
              <a:buChar char="•"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Processed to </a:t>
            </a:r>
            <a:r>
              <a:rPr b="1"/>
              <a:t>Parquet format</a:t>
            </a:r>
            <a:r>
              <a:t>, reducing storage and improving query speed.</a:t>
            </a:r>
          </a:p>
          <a:p>
            <a:pPr>
              <a:lnSpc>
                <a:spcPct val="250000"/>
              </a:lnSpc>
              <a:spcBef>
                <a:spcPts val="0"/>
              </a:spcBef>
              <a:buClrTx/>
              <a:buSzPct val="130000"/>
              <a:buFont typeface="Arial"/>
              <a:buChar char="•"/>
              <a:defRPr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Partitioned data by year/month</a:t>
            </a:r>
            <a:r>
              <a:rPr b="0"/>
              <a:t> for faster and cost-efficient Athena queries.</a:t>
            </a:r>
            <a:endParaRPr b="0"/>
          </a:p>
          <a:p>
            <a:pPr>
              <a:lnSpc>
                <a:spcPct val="250000"/>
              </a:lnSpc>
              <a:spcBef>
                <a:spcPts val="0"/>
              </a:spcBef>
              <a:buClrTx/>
              <a:buSzPct val="130000"/>
              <a:buFont typeface="Arial"/>
              <a:buChar char="•"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Optimized </a:t>
            </a:r>
            <a:r>
              <a:rPr b="1"/>
              <a:t>Glue job execution</a:t>
            </a:r>
            <a:r>
              <a:t> by enabling bookmarks.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itle 1"/>
          <p:cNvSpPr txBox="1"/>
          <p:nvPr>
            <p:ph type="title"/>
          </p:nvPr>
        </p:nvSpPr>
        <p:spPr>
          <a:xfrm>
            <a:off x="1097280" y="286603"/>
            <a:ext cx="10058401" cy="1450757"/>
          </a:xfrm>
          <a:prstGeom prst="rect">
            <a:avLst/>
          </a:prstGeom>
        </p:spPr>
        <p:txBody>
          <a:bodyPr/>
          <a:lstStyle>
            <a:lvl1pPr>
              <a:defRPr spc="-100"/>
            </a:lvl1pPr>
          </a:lstStyle>
          <a:p>
            <a:pPr/>
            <a:r>
              <a:t>Business KPI’s</a:t>
            </a:r>
          </a:p>
        </p:txBody>
      </p:sp>
      <p:sp>
        <p:nvSpPr>
          <p:cNvPr id="157" name="Rectangle 1"/>
          <p:cNvSpPr txBox="1"/>
          <p:nvPr>
            <p:ph type="body" sz="half" idx="1"/>
          </p:nvPr>
        </p:nvSpPr>
        <p:spPr>
          <a:xfrm>
            <a:off x="1195894" y="2202752"/>
            <a:ext cx="8322996" cy="3093155"/>
          </a:xfrm>
          <a:prstGeom prst="rect">
            <a:avLst/>
          </a:prstGeom>
        </p:spPr>
        <p:txBody>
          <a:bodyPr lIns="45719" tIns="45719" rIns="45719" bIns="45719" anchor="ctr"/>
          <a:lstStyle/>
          <a:p>
            <a:pPr>
              <a:lnSpc>
                <a:spcPct val="100000"/>
              </a:lnSpc>
              <a:buClr>
                <a:srgbClr val="000000"/>
              </a:buClr>
              <a:buSzPct val="130000"/>
              <a:buFont typeface="Arial"/>
              <a:buChar char="•"/>
            </a:pPr>
            <a:r>
              <a:t> Tracks daily rentals and revenue to monitor the business's day-to-day performance.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130000"/>
              <a:buFont typeface="Arial"/>
              <a:buChar char="•"/>
            </a:pPr>
            <a:r>
              <a:t> Identifies the most valuable customers by showing their total spending and rental frequency.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130000"/>
              <a:buFont typeface="Arial"/>
              <a:buChar char="•"/>
            </a:pPr>
            <a:r>
              <a:t> Shows which vehicle types and brands are the most profitable and most rented.   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130000"/>
              <a:buFont typeface="Arial"/>
              <a:buChar char="•"/>
            </a:pPr>
            <a:r>
              <a:t> Ranks the rental locations by revenue to see which ones are the most successful.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itle 1"/>
          <p:cNvSpPr txBox="1"/>
          <p:nvPr>
            <p:ph type="title"/>
          </p:nvPr>
        </p:nvSpPr>
        <p:spPr>
          <a:xfrm>
            <a:off x="1097280" y="286603"/>
            <a:ext cx="10058401" cy="1450757"/>
          </a:xfrm>
          <a:prstGeom prst="rect">
            <a:avLst/>
          </a:prstGeom>
        </p:spPr>
        <p:txBody>
          <a:bodyPr/>
          <a:lstStyle>
            <a:lvl1pPr>
              <a:defRPr spc="-100"/>
            </a:lvl1pPr>
          </a:lstStyle>
          <a:p>
            <a:pPr/>
            <a:r>
              <a:t>Key Learnings</a:t>
            </a:r>
          </a:p>
        </p:txBody>
      </p:sp>
      <p:sp>
        <p:nvSpPr>
          <p:cNvPr id="160" name="Rectangle 1"/>
          <p:cNvSpPr txBox="1"/>
          <p:nvPr>
            <p:ph type="body" sz="half" idx="1"/>
          </p:nvPr>
        </p:nvSpPr>
        <p:spPr>
          <a:xfrm>
            <a:off x="1205658" y="2094780"/>
            <a:ext cx="8852742" cy="3434274"/>
          </a:xfrm>
          <a:prstGeom prst="rect">
            <a:avLst/>
          </a:prstGeom>
        </p:spPr>
        <p:txBody>
          <a:bodyPr lIns="45719" tIns="45719" rIns="45719" bIns="45719" anchor="ctr"/>
          <a:lstStyle/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SzPct val="130000"/>
              <a:buFont typeface="Arial"/>
              <a:buChar char="•"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Gained hands-on experience with </a:t>
            </a:r>
            <a:r>
              <a:rPr b="1"/>
              <a:t>AWS Glue</a:t>
            </a:r>
            <a:r>
              <a:t> for ETL and data cataloging.</a:t>
            </a:r>
          </a:p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SzPct val="130000"/>
              <a:buFont typeface="Arial"/>
              <a:buChar char="•"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Learned to </a:t>
            </a:r>
            <a:r>
              <a:rPr b="1"/>
              <a:t>orchestrate workflows</a:t>
            </a:r>
            <a:r>
              <a:t> efficiently using </a:t>
            </a:r>
            <a:r>
              <a:rPr b="1"/>
              <a:t>Step Functions</a:t>
            </a:r>
            <a:r>
              <a:t>.</a:t>
            </a:r>
          </a:p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SzPct val="130000"/>
              <a:buFont typeface="Arial"/>
              <a:buChar char="•"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Improved understanding of </a:t>
            </a:r>
            <a:r>
              <a:rPr b="1"/>
              <a:t>Athena query optimization</a:t>
            </a:r>
            <a:r>
              <a:t> for faster analysis.</a:t>
            </a:r>
          </a:p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SzPct val="130000"/>
              <a:buFont typeface="Arial"/>
              <a:buChar char="•"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Strengthened knowledge of </a:t>
            </a:r>
            <a:r>
              <a:rPr b="1"/>
              <a:t>data dependencies and pipeline automation</a:t>
            </a:r>
            <a:r>
              <a:t>.</a:t>
            </a:r>
          </a:p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SzPct val="130000"/>
              <a:buFont typeface="Arial"/>
              <a:buChar char="•"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Understood the importance of </a:t>
            </a:r>
            <a:r>
              <a:rPr b="1"/>
              <a:t>IAM roles and permissions</a:t>
            </a:r>
            <a:r>
              <a:t> in AWS services.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itle 1"/>
          <p:cNvSpPr txBox="1"/>
          <p:nvPr>
            <p:ph type="title"/>
          </p:nvPr>
        </p:nvSpPr>
        <p:spPr>
          <a:xfrm>
            <a:off x="1097280" y="286603"/>
            <a:ext cx="10058401" cy="1450757"/>
          </a:xfrm>
          <a:prstGeom prst="rect">
            <a:avLst/>
          </a:prstGeom>
        </p:spPr>
        <p:txBody>
          <a:bodyPr/>
          <a:lstStyle>
            <a:lvl1pPr>
              <a:defRPr spc="-100"/>
            </a:lvl1pPr>
          </a:lstStyle>
          <a:p>
            <a:pPr/>
            <a:r>
              <a:t>Future Scope</a:t>
            </a:r>
          </a:p>
        </p:txBody>
      </p:sp>
      <p:sp>
        <p:nvSpPr>
          <p:cNvPr id="163" name="Content Placeholder 2"/>
          <p:cNvSpPr txBox="1"/>
          <p:nvPr>
            <p:ph type="body" idx="1"/>
          </p:nvPr>
        </p:nvSpPr>
        <p:spPr>
          <a:xfrm>
            <a:off x="1195890" y="2123639"/>
            <a:ext cx="9499004" cy="3622736"/>
          </a:xfrm>
          <a:prstGeom prst="rect">
            <a:avLst/>
          </a:prstGeom>
        </p:spPr>
        <p:txBody>
          <a:bodyPr/>
          <a:lstStyle/>
          <a:p>
            <a:pPr>
              <a:buClrTx/>
              <a:buSzPct val="130000"/>
              <a:buFont typeface="Arial"/>
              <a:buChar char="•"/>
              <a:defRPr b="1"/>
            </a:pPr>
            <a:r>
              <a:t> Integrate Boto3 SDK :</a:t>
            </a:r>
          </a:p>
          <a:p>
            <a:pPr marL="0" indent="0">
              <a:buSzTx/>
              <a:buNone/>
              <a:defRPr b="1"/>
            </a:pPr>
            <a:r>
              <a:t>	</a:t>
            </a:r>
            <a:r>
              <a:rPr b="0"/>
              <a:t>Automate Glue job execution and S3 operations directly from Python scripts.</a:t>
            </a:r>
            <a:endParaRPr b="0"/>
          </a:p>
          <a:p>
            <a:pPr>
              <a:lnSpc>
                <a:spcPct val="150000"/>
              </a:lnSpc>
              <a:buClrTx/>
              <a:buSzPct val="130000"/>
              <a:buFont typeface="Arial"/>
              <a:buChar char="•"/>
              <a:defRPr b="1"/>
            </a:pPr>
            <a:r>
              <a:t> Add Visualization Layer :</a:t>
            </a:r>
          </a:p>
          <a:p>
            <a:pPr marL="0" indent="0">
              <a:lnSpc>
                <a:spcPct val="100000"/>
              </a:lnSpc>
              <a:buSzTx/>
              <a:buNone/>
              <a:defRPr b="1"/>
            </a:pPr>
            <a:r>
              <a:t>	</a:t>
            </a:r>
            <a:r>
              <a:rPr b="0"/>
              <a:t>Use tools like Amazon QuickSight to display metrics visually.</a:t>
            </a:r>
            <a:endParaRPr b="0"/>
          </a:p>
          <a:p>
            <a:pPr>
              <a:lnSpc>
                <a:spcPct val="150000"/>
              </a:lnSpc>
              <a:buClrTx/>
              <a:buSzPct val="130000"/>
              <a:buFont typeface="Arial"/>
              <a:buChar char="•"/>
              <a:defRPr b="1"/>
            </a:pPr>
            <a:r>
              <a:t> Add Error Alerts :</a:t>
            </a:r>
          </a:p>
          <a:p>
            <a:pPr marL="0" indent="0">
              <a:lnSpc>
                <a:spcPct val="100000"/>
              </a:lnSpc>
              <a:buSzTx/>
              <a:buNone/>
              <a:defRPr b="1"/>
            </a:pPr>
            <a:r>
              <a:t>	</a:t>
            </a:r>
            <a:r>
              <a:rPr b="0"/>
              <a:t>Configure SNS notifications for job failures.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Box 1"/>
          <p:cNvSpPr txBox="1"/>
          <p:nvPr/>
        </p:nvSpPr>
        <p:spPr>
          <a:xfrm>
            <a:off x="4219786" y="2792507"/>
            <a:ext cx="5505028" cy="790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5400">
                <a:solidFill>
                  <a:schemeClr val="accent2"/>
                </a:solidFill>
              </a:defRPr>
            </a:lvl1pPr>
          </a:lstStyle>
          <a:p>
            <a:pPr/>
            <a:r>
              <a:t>THANK YOU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0000FF"/>
      </a:hlink>
      <a:folHlink>
        <a:srgbClr val="FF00FF"/>
      </a:folHlink>
    </a:clrScheme>
    <a:fontScheme name="Retrospect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2700000">
              <a:srgbClr val="000000">
                <a:alpha val="60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2700000">
              <a:srgbClr val="000000">
                <a:alpha val="6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5875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5400" dir="2700000">
            <a:srgbClr val="000000">
              <a:alpha val="60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5875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0000FF"/>
      </a:hlink>
      <a:folHlink>
        <a:srgbClr val="FF00FF"/>
      </a:folHlink>
    </a:clrScheme>
    <a:fontScheme name="Retrospect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2700000">
              <a:srgbClr val="000000">
                <a:alpha val="60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2700000">
              <a:srgbClr val="000000">
                <a:alpha val="6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5875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5400" dir="2700000">
            <a:srgbClr val="000000">
              <a:alpha val="60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5875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